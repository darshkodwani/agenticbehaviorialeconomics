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376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22D3E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BEHAVIOURS · METRICS · HUMAN BENCHMARKS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Table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dimensions, the metrics that quantify them, and the human reference points that anchor evaluation.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607040" y="32004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607040" y="3200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BEHAVIOURS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solidFill>
            <a:srgbClr val="11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11064240" cy="1828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417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79576" y="141732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71216" y="141732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METRIC(S)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77256" y="1417320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REFERENCE / BENCHMARK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323576" y="1417320"/>
            <a:ext cx="128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LITERATURE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1801368"/>
            <a:ext cx="11064240" cy="393192"/>
          </a:xfrm>
          <a:prstGeom prst="rect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2189988"/>
            <a:ext cx="11064240" cy="4572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2940" y="1860804"/>
            <a:ext cx="274320" cy="274320"/>
          </a:xfrm>
          <a:prstGeom prst="ellipse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2940" y="18608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79576" y="1801368"/>
            <a:ext cx="1563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Risk-taking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71216" y="1801368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Nerve (r), Sting (λ), Haze tolerance (α)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77256" y="1801368"/>
            <a:ext cx="4718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0.3–0.5  ·  λ ≈ 1.7–2.25  ·  α: 10–20% premium for known urn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323576" y="1801368"/>
            <a:ext cx="1289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2, 3, 4, 5, 6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583180"/>
            <a:ext cx="11064240" cy="4572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62940" y="2253996"/>
            <a:ext cx="274320" cy="274320"/>
          </a:xfrm>
          <a:prstGeom prst="ellipse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2940" y="22539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79576" y="2194560"/>
            <a:ext cx="1563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71216" y="2194560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 (δ), Present-bias (β)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77256" y="2194560"/>
            <a:ext cx="4718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≈ 0.7–0.9  ·  β ≈ 0.6–0.8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323576" y="2194560"/>
            <a:ext cx="1289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7, 8, 9, 6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2587752"/>
            <a:ext cx="11064240" cy="393192"/>
          </a:xfrm>
          <a:prstGeom prst="rect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8640" y="2976372"/>
            <a:ext cx="11064240" cy="4572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62940" y="2647188"/>
            <a:ext cx="274320" cy="274320"/>
          </a:xfrm>
          <a:prstGeom prst="ellipse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62940" y="26471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79576" y="2587752"/>
            <a:ext cx="1563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871216" y="2587752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 rate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77256" y="2587752"/>
            <a:ext cx="4718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of endowment sent (trust game)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323576" y="2587752"/>
            <a:ext cx="1289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10, 11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3369564"/>
            <a:ext cx="11064240" cy="4572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62940" y="3040380"/>
            <a:ext cx="274320" cy="274320"/>
          </a:xfrm>
          <a:prstGeom prst="ellipse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62940" y="30403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79576" y="2980944"/>
            <a:ext cx="1563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Reciprocity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871216" y="2980944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Loyalty (return %), Trigger (punishment)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77256" y="2980944"/>
            <a:ext cx="4718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≈ 37% returned  ·  Trigger: 16–50% rejection/punishment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323576" y="2980944"/>
            <a:ext cx="1289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10, 11, 12, 13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3374136"/>
            <a:ext cx="11064240" cy="393192"/>
          </a:xfrm>
          <a:prstGeom prst="rect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48640" y="3762756"/>
            <a:ext cx="11064240" cy="4572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62940" y="3433572"/>
            <a:ext cx="274320" cy="274320"/>
          </a:xfrm>
          <a:prstGeom prst="ellipse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62940" y="34335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79576" y="3374136"/>
            <a:ext cx="1563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Lying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871216" y="3374136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Truthfulness rate, Word (promise-keeping)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477256" y="3374136"/>
            <a:ext cx="4718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Lying: 36–52%  ·  Word: 75–80% promises kept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323576" y="3374136"/>
            <a:ext cx="1289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14, 15, 16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4155948"/>
            <a:ext cx="11064240" cy="4572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62940" y="3826764"/>
            <a:ext cx="274320" cy="274320"/>
          </a:xfrm>
          <a:prstGeom prst="ellipse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62940" y="38267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79576" y="3767328"/>
            <a:ext cx="1563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Hedging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871216" y="3767328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Calibration (Brier), Resolution (variance)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477256" y="3767328"/>
            <a:ext cx="4718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Overconfidence: 10–30% miscalibration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323576" y="3767328"/>
            <a:ext cx="1289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17, 18, 19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48640" y="4160520"/>
            <a:ext cx="11064240" cy="393192"/>
          </a:xfrm>
          <a:prstGeom prst="rect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48640" y="4549140"/>
            <a:ext cx="11064240" cy="4572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62940" y="4219956"/>
            <a:ext cx="274320" cy="274320"/>
          </a:xfrm>
          <a:prstGeom prst="ellipse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62940" y="42199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79576" y="4160520"/>
            <a:ext cx="1563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Optimism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2871216" y="4160520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Outlook (mean error), Self/Other asymmetry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477256" y="4160520"/>
            <a:ext cx="4718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Optimism bias: +10–25% for self  ·  75% rate above-median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0323576" y="4160520"/>
            <a:ext cx="1289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20, 21, 22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48640" y="4942332"/>
            <a:ext cx="11064240" cy="4572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62940" y="4613148"/>
            <a:ext cx="274320" cy="274320"/>
          </a:xfrm>
          <a:prstGeom prst="ellipse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62940" y="46131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179576" y="4553712"/>
            <a:ext cx="1563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Yielding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2871216" y="4553712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Acceptance rate, False-acceptance rate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477256" y="4553712"/>
            <a:ext cx="4718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Conformity: 37% (Asch)  ·  Obedience: 65% (Milgram)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10323576" y="4553712"/>
            <a:ext cx="1289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23, 24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548640" y="4946904"/>
            <a:ext cx="11064240" cy="393192"/>
          </a:xfrm>
          <a:prstGeom prst="rect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548640" y="5335524"/>
            <a:ext cx="11064240" cy="4572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662940" y="5006340"/>
            <a:ext cx="274320" cy="274320"/>
          </a:xfrm>
          <a:prstGeom prst="ellipse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662940" y="50063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179576" y="4946904"/>
            <a:ext cx="1563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Overreaching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2871216" y="4946904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Scope-violation rate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5477256" y="4946904"/>
            <a:ext cx="4718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strong benchmark)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10323576" y="4946904"/>
            <a:ext cx="1289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 text)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548640" y="5728716"/>
            <a:ext cx="11064240" cy="4572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662940" y="5399532"/>
            <a:ext cx="274320" cy="274320"/>
          </a:xfrm>
          <a:prstGeom prst="ellipse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62940" y="53995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179576" y="5340096"/>
            <a:ext cx="1563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Pausing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2871216" y="5340096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Pause rate, Inappropriate-pause rate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5477256" y="5340096"/>
            <a:ext cx="4718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Deferral: 20–40% (Tversky &amp; Shafir)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10323576" y="5340096"/>
            <a:ext cx="1289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48640" y="5733288"/>
            <a:ext cx="11064240" cy="393192"/>
          </a:xfrm>
          <a:prstGeom prst="rect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548640" y="6121908"/>
            <a:ext cx="11064240" cy="4572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662940" y="5792724"/>
            <a:ext cx="274320" cy="274320"/>
          </a:xfrm>
          <a:prstGeom prst="ellipse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662940" y="57927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1179576" y="5733288"/>
            <a:ext cx="1563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Prone to injection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2871216" y="5733288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Susceptibility rate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5477256" y="5733288"/>
            <a:ext cx="4718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strong benchmark; cf. phishing 3–30%)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10323576" y="5733288"/>
            <a:ext cx="1289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 text)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548640" y="6291072"/>
            <a:ext cx="274320" cy="1828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548640" y="634593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symbols denote model parameters · Benchmark ranges drawn from cited experimental literature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</Words>
  <Application>Microsoft Macintosh PowerPoint</Application>
  <PresentationFormat>Widescreen</PresentationFormat>
  <Paragraphs>66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Consolas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Behaviours, Metrics &amp; Benchmarks</dc:title>
  <dc:subject>PptxGenJS Presentation</dc:subject>
  <dc:creator>PptxGenJS</dc:creator>
  <cp:lastModifiedBy>Darsh Kodwani</cp:lastModifiedBy>
  <cp:revision>1</cp:revision>
  <dcterms:created xsi:type="dcterms:W3CDTF">2026-04-28T22:07:26Z</dcterms:created>
  <dcterms:modified xsi:type="dcterms:W3CDTF">2026-04-28T22:08:54Z</dcterms:modified>
</cp:coreProperties>
</file>